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· WORKSHOP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Taller de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Observabilidad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· Loki · Alertmanager · CloudWatch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 · 3.5 h efectivas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EC2 Ubuntu 22.04 · Terraform + Ansible · sin Docker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91295" y="6035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2026-04-18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PROMESA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construir hoy?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28800"/>
            <a:ext cx="73152" cy="3200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9933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Dashboard RED + USE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" y="2450592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Signals (latencia, tráfico, errores, saturación) del backend Flask.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host de las 3 EC2 (CPU, memoria, disco, red).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828800"/>
            <a:ext cx="73152" cy="32004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19933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Pipeline de alertas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02152" y="2450592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en Prometheus (rate de 5xx, p95, target down).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Ruteo y notificación a un webhook vía Alertmanager.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182880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828800"/>
            <a:ext cx="73152" cy="3200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19933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Integración AWS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36792" y="2450592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via YACE con IAM Role (sin credenciales).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NAT Gateway y EC2 StatusCheck en el mismo Grafana.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15400" y="182880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1828800"/>
            <a:ext cx="73152" cy="32004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71432" y="19933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Logs correlacionados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71432" y="2450592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Promtail en frontend y backend.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como un solo panel de métricas ↔ logs.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5303520"/>
            <a:ext cx="11368735" cy="960120"/>
          </a:xfrm>
          <a:prstGeom prst="rect">
            <a:avLst/>
          </a:prstGeom>
          <a:solidFill>
            <a:srgbClr val="F0FDFA"/>
          </a:solidFill>
          <a:ln w="9525">
            <a:solidFill>
              <a:srgbClr val="CCFB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3949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stack se instala </a:t>
            </a:r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manualmente desde paquete oficial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(Prometheus, Loki, Alertmanager, YACE) o apt (Grafana). </a:t>
            </a:r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Luego automatizamos con Ansible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ver que el código es ‘capturar el procedimiento manual’.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· 210 MIN EFECTIVOS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distribuimos las 4 horas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370332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737360"/>
            <a:ext cx="7315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8653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" y="2148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 · Contexto y arquitectura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" y="2487168"/>
            <a:ext cx="3337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Diagramas, decisiones, puertos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61688" y="1737360"/>
            <a:ext cx="370332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1688" y="1737360"/>
            <a:ext cx="7315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8653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2148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Proyecto B + Prometheus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2487168"/>
            <a:ext cx="3337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remote state, EC2 monitoring, scrape manual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11896" y="1737360"/>
            <a:ext cx="370332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11896" y="1737360"/>
            <a:ext cx="7315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67928" y="18653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67928" y="2148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Exporters + targets reales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67928" y="2487168"/>
            <a:ext cx="3337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node_exporter, nginx-exporter, first scrape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2788920"/>
            <a:ext cx="370332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788920"/>
            <a:ext cx="73152" cy="9601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291693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" y="3200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Descanso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7512" y="3538728"/>
            <a:ext cx="3337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· no cuenta en el cronograma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61688" y="2788920"/>
            <a:ext cx="370332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61688" y="2788920"/>
            <a:ext cx="73152" cy="9601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91693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17720" y="3200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App metrics + Grafana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17720" y="3538728"/>
            <a:ext cx="3337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/metrics + dashboard RED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11896" y="2788920"/>
            <a:ext cx="370332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11896" y="2788920"/>
            <a:ext cx="73152" cy="9601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67928" y="291693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67928" y="3200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Alertas + Alertmanager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567928" y="3538728"/>
            <a:ext cx="3337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Reglas, ruteo, receiver webhook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" y="3840480"/>
            <a:ext cx="370332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3840480"/>
            <a:ext cx="7315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" y="39684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" y="4251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· CloudWatch (YACE) + Loki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67512" y="4590288"/>
            <a:ext cx="3337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role, logs correlacionados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61688" y="3840480"/>
            <a:ext cx="370332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61688" y="3840480"/>
            <a:ext cx="73152" cy="9601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720" y="39684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17720" y="4251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 · Ansible + wrap-up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617720" y="4590288"/>
            <a:ext cx="3337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↔ role reproducible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11480" y="612648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descansos se toman entre B2 y B3. Ritmo: ~5 min de ‘qué vamos a hacer’ → 30 min manos a la teclado → 5 min checkpoint.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APRENDIZAJE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terminar, vas a poder…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33172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de monitoreo para una web de dos capas en AWS, justificando la ubicación del stack y sus security groups.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61688" y="1737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504688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04688" y="233172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configurar desde cero Prometheus, Grafana, Alertmanager, Loki y sus exportadores con paquetes oficiales + systemd.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11896" y="1737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454896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454896" y="233172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con static_configs y entender cuándo evolucionar a ec2_sd_configs en entornos dinámicos.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840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4348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alerta en PromQL para errores, latencia y saturación; rutearlas con Alertmanager.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61688" y="3840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5504688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04688" y="44348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en Grafana que cubran las 4 Golden Signals y correlacionar logs↔métricas via Loki.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11896" y="3840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454896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454896" y="44348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procedimiento manual como un rol de Ansible reproducible e idempotente.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5989320"/>
            <a:ext cx="11368735" cy="50292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0350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cubrimos: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métricas (counter/gauge/histogram/summary), tracing, ni introducción a observabilidad. Se asume conocida.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OBJETIVO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vamos a dejar corriendo</a:t>
            </a:r>
            <a:endParaRPr lang="en-US" sz="3600" dirty="0"/>
          </a:p>
        </p:txBody>
      </p:sp>
      <p:pic>
        <p:nvPicPr>
          <p:cNvPr id="8" name="Image 0" descr="/sessions/busy-adoring-mccarthy/diagrams-out/d1_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924" y="1691640"/>
            <a:ext cx="5513832" cy="4754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49640" y="1691640"/>
            <a:ext cx="3230575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32520" y="1783080"/>
            <a:ext cx="2956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732520" y="2194560"/>
            <a:ext cx="295625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vive en subnet pública; en prod iría privada (VPN/SSM).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pull: Prometheus hace scrape, no recibe push.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declarados por IP privada leídas del remote_state.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cruzado: el proyecto B abre ingress al SG común sin tocar el 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van de frontend/backend → Loki (push), no al revés.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YACE usa IAM role: cero credenciales hardcodeadas.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PROYECTOS, DOS ESTADOS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separamos taller-iac y taller-observabilidad</a:t>
            </a:r>
            <a:endParaRPr lang="en-US" sz="3600" dirty="0"/>
          </a:p>
        </p:txBody>
      </p:sp>
      <p:pic>
        <p:nvPicPr>
          <p:cNvPr id="8" name="Image 0" descr="/sessions/busy-adoring-mccarthy/diagrams-out/d2_flujo_proyec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0"/>
            <a:ext cx="7772400" cy="2286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58200" y="1691640"/>
            <a:ext cx="3322015" cy="4754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41080" y="1783080"/>
            <a:ext cx="3047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41080" y="2194560"/>
            <a:ext cx="304769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observabilidad tiene ciclo de vida propio.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real de producción, no ejercicio académico.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Enseña el data "terraform_remote_state".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destrucción: B antes que A (o te quedas con state sucio).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aditivos en A: 2 outputs nuevos, nada más.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85455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 · 15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 · CONTEXTO Y ARRANQUE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71323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tocar código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56692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828800"/>
            <a:ext cx="73152" cy="3291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99339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debe estar listo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" y="2450592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taller-iac aplicado (FE + BE corriendo).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S3 bootcamperu-tf-state existe (o se crea).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 autenticado: aws sts get-caller-identity responde.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≥ 1.9 y Ansible ≥ 2.16 en la laptop.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56692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828800"/>
            <a:ext cx="73152" cy="32918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199339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visual en común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11112" y="2450592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diagrama D1 en pantalla: ¿quién hace scrape a quién?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Discutir: ¿por qué la EC2 monitoring no está en privada?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Aclarar: los dos proyectos son independientes, no submódulos.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5394960"/>
            <a:ext cx="11368735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falla acá, </a:t>
            </a:r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arrancamos.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preferible resolver el prereq en los primeros 15 min que avanzar y tener un alumno bloqueado en el minuto 90.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85455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45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PROYECTO B + PROMETHEUS MANUAL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71323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cero a un Prometheus que se scrapea a sí mismo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640080" cy="8961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51560" y="1828800"/>
            <a:ext cx="10728655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190195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del repo 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2402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proveedores.tf con backend S3 (key distinta), estado_remoto.tf que lee el 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816352"/>
            <a:ext cx="640080" cy="8961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16352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51560" y="2816352"/>
            <a:ext cx="10728655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2889504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monitoring + SG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227832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aws_instance t3.small Ubuntu 22.04, SG 'monitoreo', ingress cruzado al SG común.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803904"/>
            <a:ext cx="640080" cy="8961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03904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51560" y="3803904"/>
            <a:ext cx="10728655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3877056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Prometheus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215384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binario, usuario prometheus, systemd unit, /etc/prometheus/prometheus.yml mínimo.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4791456"/>
            <a:ext cx="640080" cy="8961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791456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51560" y="4791456"/>
            <a:ext cx="10728655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864608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scrape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5202936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'prometheus' localhost:9090 en UP. Abrir /targets y /graph.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6172200"/>
            <a:ext cx="11368735" cy="32004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190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http://localhost:9090/-/healthy → 'Prometheus Server is Healthy'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85455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45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EXPORTERS Y PRIMEROS TARGETS REALES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71323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scrape simulado al scrape real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3794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828800"/>
            <a:ext cx="37947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node_exporter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:9100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9260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host: CPU, memoria, disco, red, file descriptors.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572000"/>
            <a:ext cx="34290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617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3 nodos (FE, BE, MON).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1828800"/>
            <a:ext cx="3794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0832" y="1828800"/>
            <a:ext cx="3794760" cy="5486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nginx-prometheus-exporter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53712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:9113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53712" y="29260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stub_status de nginx → active connections, requests/s.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53712" y="4572000"/>
            <a:ext cx="34290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4617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 frontend.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30184" y="1828800"/>
            <a:ext cx="3794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0184" y="1828800"/>
            <a:ext cx="37947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13064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via static_configs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513064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IPs privadas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13064" y="29260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leen del remote_state del proyecto A. scrape_interval: 15s.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13064" y="4572000"/>
            <a:ext cx="34290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50224" y="4617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discute ec2_sd_configs como evolución.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5852160"/>
            <a:ext cx="11368735" cy="64008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8978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/targets todos los jobs aparecen UP. </a:t>
            </a:r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de prueba: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rate(node_cpu_seconds_total{mode="idle"}[5m])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371600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spc="1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DESCANSO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 para caminar, hidratarte y mirar /targets de Prometheus desde tu navegador.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2120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Continuamos con Bloque 3 — Grafana + primer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· GOLDEN SIGNALS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4 señales que miran primero los SRE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5532120" cy="1901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28800"/>
            <a:ext cx="91440" cy="19019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65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tarda una solicitud?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63240"/>
            <a:ext cx="50292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histogram_quantile(0.95, ...bucket...)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5532120" cy="1901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828800"/>
            <a:ext cx="91440" cy="19019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965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 carga llega al sistema?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3063240"/>
            <a:ext cx="50292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sum(rate(requests_total[1m]))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931920"/>
            <a:ext cx="5532120" cy="1901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931920"/>
            <a:ext cx="91440" cy="19019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69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5800" y="4617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porcentaje de solicitudes falla?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5166360"/>
            <a:ext cx="50292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212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sum(rate(requests_total{status=~"5.."}[5m]))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931920"/>
            <a:ext cx="5532120" cy="1901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931920"/>
            <a:ext cx="91440" cy="19019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069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Saturation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492240" y="4617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lleno está el recurso?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92240" y="5166360"/>
            <a:ext cx="50292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5212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 avg(rate(node_cpu_seconds_total{mode="idle"}[5m]))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626364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expone latencia via histogram (flask_http_request_duration_seconds_bucket). El RED method = Rate + Errors + Duration sobre estas 3.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85455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45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GRAFANA + PRIMER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71323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expone /metrics → Grafana lo pinta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640080" cy="10058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051560" y="1828800"/>
            <a:ext cx="10728655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1938528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prometheus-flask-exporter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34440" y="228600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Decorador en la app Flask. Expone /metrics con histograms por ruta y método.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944368"/>
            <a:ext cx="640080" cy="10058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44368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051560" y="2944368"/>
            <a:ext cx="10728655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054096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scrape job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34015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job 'flask' apuntando a BACK:5000/metrics. Reload de Prometheus.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059936"/>
            <a:ext cx="640080" cy="10058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059936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051560" y="4059936"/>
            <a:ext cx="10728655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416966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Grafana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34440" y="4517136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install grafana. Enable systemd. Datasource: Prometheus (http://localhost:9090).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5175504"/>
            <a:ext cx="640080" cy="10058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5175504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1051560" y="5175504"/>
            <a:ext cx="10728655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528523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234440" y="5632704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paneles: Rate (req/s), Errors (5xx/s), Duration (p95). Variables por ruta.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1480" y="6172200"/>
            <a:ext cx="11368735" cy="32004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190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Grafana :3000, ver el panel RED pintando tráfico real generado con wrk o curl.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85455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30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ALERTAS + ALERTMANAGER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71323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 decide qué, Alertmanager decide a quién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55321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828800"/>
            <a:ext cx="5532120" cy="502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3 reglas de ejemplo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HighErrorRate: rate 5xx &gt; 1 rps por 5 min.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HighLatencyP95: histogram_quantile &gt; 500 ms.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TargetDown: up == 0 por 2 min.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931920"/>
            <a:ext cx="516636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931920"/>
            <a:ext cx="64008" cy="20116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7764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alert: HighErrorRate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expr: sum(rate(flask_http_request_total{status=~"5.."}[5m])) &gt;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for: 5m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 { severity: warning 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55321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828800"/>
            <a:ext cx="553212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8288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· ruteo mínimo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24688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Receiver: webhook.site para ver la alerta llegar.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por severity (warning vs critical).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Inhibición: silenciar warning si hay critical activo.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3931920"/>
            <a:ext cx="516636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931920"/>
            <a:ext cx="64008" cy="2011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97764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group_by: [alertname, severity]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receiver: webhook-default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webhook-default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webhook_configs: [{ url: $WEBHOOK_URL }]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6172200"/>
            <a:ext cx="11368735" cy="32004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190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Provocar una alerta (tumbar el backend con systemctl stop flask) y ver el POST en webhook.site.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85455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20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CLOUDWATCH (YACE) + LOKI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71323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AWS y logs correlacionados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553212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828800"/>
            <a:ext cx="91440" cy="4023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116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YACE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85800" y="278892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Another CloudWatch Exporter (prometheus-community).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métricas de CloudWatch vía IAM Role (sin keys).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mínima: regiones, servicios (EC2, NAT, VPC).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un job más en prometheus.yml; sin cambio en Grafana.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53212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828800"/>
            <a:ext cx="91440" cy="40233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0116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Loki + Promtail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92240" y="278892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monolítico en la EC2 monitoring (:3100).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Promtail en FE y BE hace tail de /var/log/nginx y Flask.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 adicional en Grafana: tipo 'Loki'.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mixto: métrica p95 + logs |= "ERROR" en el mismo board.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5989320"/>
            <a:ext cx="11368735" cy="45720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00760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real de unificar. Ver el spike de p95 y saltar al log exacto sin cambiar de herramienta.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85455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10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ANSIBLE + WRAP-UP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71323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procedimiento manual, capturado como código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553212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659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· manual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5074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a la EC2 monitoring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prometheus.tar.gz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adduser prometheus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systemd unit a mano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olvidaremos en una semana.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532120" cy="3931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659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· role Ansible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06040"/>
            <a:ext cx="5074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roles/monitoring/tasks/prometheus.yml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Variables: versiones en defaults/main.yml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 con jinja2 (prometheus.yml.j2)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Idempotente: se puede re-correr sin romper.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Reproducible en otra cuenta AWS en 10 min.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806440" y="3566160"/>
            <a:ext cx="457200" cy="457200"/>
          </a:xfrm>
          <a:prstGeom prst="rtTriangl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5943600"/>
            <a:ext cx="11368735" cy="50292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96188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CENTRAL: 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es ‘el procedimiento manual, escrito en YAML’. Primero se entiende a mano; después se automatiza.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DEBE VERSE VERDE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5 checkpoints funcionales del taller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82296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288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4440" y="1828800"/>
            <a:ext cx="10545775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192024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vivo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212848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:9090/-/healthy responde. /targets muestra prometheus 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697480"/>
            <a:ext cx="82296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974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4440" y="2697480"/>
            <a:ext cx="10545775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278892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reales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081528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node_exporter (3 hosts) y nginx-exporter (FE) UP en /targets.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566160"/>
            <a:ext cx="822960" cy="7772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66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34440" y="3566160"/>
            <a:ext cx="10545775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365760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3950208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:3000 pinta Rate + Errors + Duration del backend Flask.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434840"/>
            <a:ext cx="822960" cy="7772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4348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34440" y="4434840"/>
            <a:ext cx="10545775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45262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disparada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4818888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tumbar backend, llega POST a webhook.site vía Alertmanager.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5303520"/>
            <a:ext cx="82296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53035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34440" y="5303520"/>
            <a:ext cx="10545775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539496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+ CloudWatch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17320" y="5687568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pinta logs en Grafana; YACE expone métricas de NAT Gateway.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QUE SE DISCUTEN EN CLASE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elegimos esto y no aquello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11368735" cy="4754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828800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47288" y="1828800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elegimos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79208" y="1828800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304288"/>
            <a:ext cx="11368735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304288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proyectos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47288" y="2304288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repos con estados S3 distintos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79208" y="2304288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independiente. Patrón de producción real.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715768"/>
            <a:ext cx="11368735" cy="41148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2715768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consume B los datos de 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47288" y="2715768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terraform_remote_state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79208" y="2715768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Desacoplado; sin copy-paste de IDs.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127248"/>
            <a:ext cx="11368735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3127248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vive Prometheus?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47288" y="3127248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dedicada, subnet pública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79208" y="3127248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Simplicidad. En prod: privada detrás de VPN/SSM.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538728"/>
            <a:ext cx="11368735" cy="41148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3538728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¿Push o pull?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47288" y="3538728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(nativo)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79208" y="3538728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estado en apps; cambios solo en el server.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3950208"/>
            <a:ext cx="11368735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3950208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alcanzan los targets?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47288" y="3950208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static_configs con IPs del remote_state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79208" y="3950208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primero; ec2_sd_configs como evolución.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" y="4361688"/>
            <a:ext cx="11368735" cy="41148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" y="4361688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cruzado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47288" y="4361688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SG-a-SG, creado desde B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79208" y="4361688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no CIDR. B no toca el repo A.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4773168"/>
            <a:ext cx="11368735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" y="4773168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447288" y="4773168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YACE (prometheus-community)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379208" y="4773168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simple que el CW exporter Java.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1480" y="5184648"/>
            <a:ext cx="11368735" cy="41148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" y="5184648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AWS de YACE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447288" y="5184648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con CloudWatchReadOnlyAccess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379208" y="5184648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credenciales hardcodeadas.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11480" y="5596128"/>
            <a:ext cx="11368735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" y="5596128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447288" y="5596128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monolítico + Promtail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379208" y="5596128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mínimo. Alloy queda mencionado para el futuro.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11480" y="6007608"/>
            <a:ext cx="11368735" cy="41148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" y="6007608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447288" y="6007608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(Grafana) + binarios + systemd (resto)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379208" y="6007608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del taller: sin Docker.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ALCANCE · TAREAS OPCIONALES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construimos hoy (y cómo seguir en casa)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55321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28800"/>
            <a:ext cx="73152" cy="1188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385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(ec2_sd_configs)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natural: Prometheus lee EC2 vía API en lugar de IPs estáticas. Se menciona en B2.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5321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73152" cy="1188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9385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 (reemplazo de Promtail)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22860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lo posiciona como el próximo agente unificado. Hoy Promtail sigue funcionando.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154680"/>
            <a:ext cx="55321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154680"/>
            <a:ext cx="73152" cy="1188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644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Thanos / VictoriaMetrics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larga y HA. Para producción real cuando Prometheus local se queda corto.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154680"/>
            <a:ext cx="55321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154680"/>
            <a:ext cx="73152" cy="1188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2644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(OpenTelemetry + Tempo)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36118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tercer pilar de observabilidad. Queda para el taller siguiente.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480560"/>
            <a:ext cx="55321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480560"/>
            <a:ext cx="73152" cy="1188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5902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provisioning (IaC de dashboards)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49377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como JSON en git + auto-provisioning al startup de Grafana.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480560"/>
            <a:ext cx="55321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480560"/>
            <a:ext cx="73152" cy="1188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5902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como archivos separados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46520" y="49377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rule_files: + un archivo YAML por tipo de alerta. Mejor escalamiento organizacional.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OFICIALES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leer cuando te quedes atascado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55321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28800"/>
            <a:ext cx="73152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9019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21762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prometheus.io/docs/prometheus/latest/getting_started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5321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73152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9019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9088" y="21762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prometheus.io/docs/prometheus/latest/querying/basics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633472"/>
            <a:ext cx="55321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633472"/>
            <a:ext cx="73152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7066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" y="298094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grafana.com/docs/grafana/latest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633472"/>
            <a:ext cx="55321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633472"/>
            <a:ext cx="73152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27066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(LogQL)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19088" y="298094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grafana.com/docs/loki/latest/query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438144"/>
            <a:ext cx="55321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438144"/>
            <a:ext cx="73152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35112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" y="378561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prometheus.io/docs/alerting/latest/overview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438144"/>
            <a:ext cx="55321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3438144"/>
            <a:ext cx="73152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9088" y="35112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YACE (CloudWatch exporter)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19088" y="378561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github.com/prometheus-community/yet-another-cloudwatch-exporter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4242816"/>
            <a:ext cx="55321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242816"/>
            <a:ext cx="73152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" y="43159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node_exporter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2648" y="45902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github.com/prometheus/node_exporter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4242816"/>
            <a:ext cx="55321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4242816"/>
            <a:ext cx="73152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43159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remote state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19088" y="45902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developer.hashicorp.com/terraform/language/state/remote-state-data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5047488"/>
            <a:ext cx="55321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5047488"/>
            <a:ext cx="73152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" y="5120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docs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12648" y="5394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docs.ansible.com/ansible/latest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5047488"/>
            <a:ext cx="55321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5047488"/>
            <a:ext cx="73152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19088" y="5120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SRE Book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19088" y="5394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sre.google/sre-book/table-of-contents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 ·  TALLER DE OBSERVABILIDAD  ·  CIERRE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nos llevamos?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37490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488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94360" y="2880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primero, optimizar después.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señales, cualquier ‘mejora’ es adivinanza.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057400"/>
            <a:ext cx="37490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1488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26280" y="2880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+ convención &gt; push + custom.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te obliga a un formato único; es una ventaja, no una jaula.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75320" y="2057400"/>
            <a:ext cx="37490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1488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458200" y="2880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primero, Ansible después.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20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sabes lo que hace a mano, no puedes escribirlo en YAML.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303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 ·  Preguntas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Bootcamperu · Escuela de Tecnología · v1 · 2026-04-18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Bootcamperu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de Observabilidad · Prometheus, Grafana &amp; Loki</dc:title>
  <dc:subject>Material de clase — Workshop de 4 horas</dc:subject>
  <dc:creator>Bootcamperu — Escuela de Tecnología</dc:creator>
  <cp:lastModifiedBy>Bootcamperu — Escuela de Tecnología</cp:lastModifiedBy>
  <cp:revision>1</cp:revision>
  <dcterms:created xsi:type="dcterms:W3CDTF">2026-04-18T08:48:18Z</dcterms:created>
  <dcterms:modified xsi:type="dcterms:W3CDTF">2026-04-18T08:48:18Z</dcterms:modified>
</cp:coreProperties>
</file>